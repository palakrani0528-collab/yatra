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6B59-85CF-4A73-B1AC-1C3DD11BB724}" type="datetimeFigureOut">
              <a:rPr lang="en-US" smtClean="0"/>
              <a:pPr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4554-549A-4D41-8C69-C72A877CD6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6B59-85CF-4A73-B1AC-1C3DD11BB724}" type="datetimeFigureOut">
              <a:rPr lang="en-US" smtClean="0"/>
              <a:pPr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4554-549A-4D41-8C69-C72A877CD6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6B59-85CF-4A73-B1AC-1C3DD11BB724}" type="datetimeFigureOut">
              <a:rPr lang="en-US" smtClean="0"/>
              <a:pPr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4554-549A-4D41-8C69-C72A877CD6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6B59-85CF-4A73-B1AC-1C3DD11BB724}" type="datetimeFigureOut">
              <a:rPr lang="en-US" smtClean="0"/>
              <a:pPr/>
              <a:t>9/28/2024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4554-549A-4D41-8C69-C72A877CD6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6B59-85CF-4A73-B1AC-1C3DD11BB724}" type="datetimeFigureOut">
              <a:rPr lang="en-US" smtClean="0"/>
              <a:pPr/>
              <a:t>9/28/2024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4554-549A-4D41-8C69-C72A877CD6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6B59-85CF-4A73-B1AC-1C3DD11BB724}" type="datetimeFigureOut">
              <a:rPr lang="en-US" smtClean="0"/>
              <a:pPr/>
              <a:t>9/28/2024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4554-549A-4D41-8C69-C72A877CD6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6B59-85CF-4A73-B1AC-1C3DD11BB724}" type="datetimeFigureOut">
              <a:rPr lang="en-US" smtClean="0"/>
              <a:pPr/>
              <a:t>9/28/2024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4554-549A-4D41-8C69-C72A877CD6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6B59-85CF-4A73-B1AC-1C3DD11BB724}" type="datetimeFigureOut">
              <a:rPr lang="en-US" smtClean="0"/>
              <a:pPr/>
              <a:t>9/28/2024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4554-549A-4D41-8C69-C72A877CD6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6B59-85CF-4A73-B1AC-1C3DD11BB724}" type="datetimeFigureOut">
              <a:rPr lang="en-US" smtClean="0"/>
              <a:pPr/>
              <a:t>9/28/2024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4554-549A-4D41-8C69-C72A877CD6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6B59-85CF-4A73-B1AC-1C3DD11BB724}" type="datetimeFigureOut">
              <a:rPr lang="en-US" smtClean="0"/>
              <a:pPr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4554-549A-4D41-8C69-C72A877CD6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6B59-85CF-4A73-B1AC-1C3DD11BB724}" type="datetimeFigureOut">
              <a:rPr lang="en-US" smtClean="0"/>
              <a:pPr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4554-549A-4D41-8C69-C72A877CD6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56B59-85CF-4A73-B1AC-1C3DD11BB724}" type="datetimeFigureOut">
              <a:rPr lang="en-US" smtClean="0"/>
              <a:pPr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34554-549A-4D41-8C69-C72A877CD60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57166"/>
            <a:ext cx="7772400" cy="5929353"/>
          </a:xfr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pPr algn="l"/>
            <a:r>
              <a:rPr lang="en-US" sz="2400" dirty="0" smtClean="0">
                <a:latin typeface="Baskerville Old Face" pitchFamily="18" charset="0"/>
              </a:rPr>
              <a:t>                                        </a:t>
            </a:r>
            <a:r>
              <a:rPr lang="en-US" sz="2400" dirty="0" smtClean="0">
                <a:latin typeface="Baskerville Old Face" pitchFamily="18" charset="0"/>
              </a:rPr>
              <a:t/>
            </a:r>
            <a:br>
              <a:rPr lang="en-US" sz="2400" dirty="0" smtClean="0">
                <a:latin typeface="Baskerville Old Face" pitchFamily="18" charset="0"/>
              </a:rPr>
            </a:br>
            <a:r>
              <a:rPr lang="en-US" sz="2400" dirty="0" smtClean="0">
                <a:latin typeface="Baskerville Old Face" pitchFamily="18" charset="0"/>
              </a:rPr>
              <a:t> </a:t>
            </a:r>
            <a:r>
              <a:rPr lang="en-US" sz="2400" dirty="0" smtClean="0">
                <a:latin typeface="Baskerville Old Face" pitchFamily="18" charset="0"/>
              </a:rPr>
              <a:t>                                  </a:t>
            </a:r>
            <a:br>
              <a:rPr lang="en-US" sz="2400" dirty="0" smtClean="0">
                <a:latin typeface="Baskerville Old Face" pitchFamily="18" charset="0"/>
              </a:rPr>
            </a:br>
            <a:r>
              <a:rPr lang="en-US" sz="2400" dirty="0" smtClean="0">
                <a:latin typeface="Baskerville Old Face" pitchFamily="18" charset="0"/>
              </a:rPr>
              <a:t/>
            </a:r>
            <a:br>
              <a:rPr lang="en-US" sz="2400" dirty="0" smtClean="0">
                <a:latin typeface="Baskerville Old Face" pitchFamily="18" charset="0"/>
              </a:rPr>
            </a:br>
            <a:r>
              <a:rPr lang="en-US" sz="2400" dirty="0" smtClean="0">
                <a:latin typeface="Baskerville Old Face" pitchFamily="18" charset="0"/>
              </a:rPr>
              <a:t>                                    </a:t>
            </a:r>
            <a:r>
              <a:rPr lang="en-US" sz="2400" b="1" u="sng" dirty="0" smtClean="0">
                <a:latin typeface="Baskerville Old Face" pitchFamily="18" charset="0"/>
              </a:rPr>
              <a:t>TITLE </a:t>
            </a:r>
            <a:r>
              <a:rPr lang="en-US" sz="2400" b="1" u="sng" dirty="0" smtClean="0">
                <a:latin typeface="Baskerville Old Face" pitchFamily="18" charset="0"/>
              </a:rPr>
              <a:t>PAGE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Problem Statement </a:t>
            </a:r>
            <a:r>
              <a:rPr lang="en-US" sz="2000" dirty="0" smtClean="0"/>
              <a:t>: Travel and tourism face sustainability challenges and evolving consumer preferences, impacting growth and environmental preservation.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Theme : Travel and Tourism site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Team </a:t>
            </a:r>
            <a:r>
              <a:rPr lang="en-US" sz="2400" dirty="0" smtClean="0"/>
              <a:t>Name: Geek </a:t>
            </a:r>
            <a:r>
              <a:rPr lang="en-US" sz="2400" dirty="0" err="1" smtClean="0"/>
              <a:t>Navi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Team Members: </a:t>
            </a:r>
            <a:r>
              <a:rPr lang="en-US" sz="2400" dirty="0" err="1" smtClean="0"/>
              <a:t>Palak</a:t>
            </a:r>
            <a:r>
              <a:rPr lang="en-US" sz="2400" dirty="0" smtClean="0"/>
              <a:t> </a:t>
            </a:r>
            <a:r>
              <a:rPr lang="en-US" sz="2400" dirty="0" err="1" smtClean="0"/>
              <a:t>Rani</a:t>
            </a:r>
            <a:r>
              <a:rPr lang="en-US" sz="2400" dirty="0" smtClean="0"/>
              <a:t> , </a:t>
            </a:r>
            <a:r>
              <a:rPr lang="en-US" sz="2400" dirty="0" err="1" smtClean="0"/>
              <a:t>Pooja</a:t>
            </a:r>
            <a:r>
              <a:rPr lang="en-US" sz="2400" dirty="0" smtClean="0"/>
              <a:t> </a:t>
            </a:r>
            <a:r>
              <a:rPr lang="en-US" sz="2400" dirty="0" err="1" smtClean="0"/>
              <a:t>Shkay</a:t>
            </a:r>
            <a:r>
              <a:rPr lang="en-US" sz="2400" dirty="0" smtClean="0"/>
              <a:t> ,Tanya </a:t>
            </a:r>
            <a:r>
              <a:rPr lang="en-US" sz="2400" dirty="0" err="1" smtClean="0"/>
              <a:t>Modanwal</a:t>
            </a:r>
            <a:endParaRPr lang="en-US" sz="2400" dirty="0"/>
          </a:p>
        </p:txBody>
      </p:sp>
      <p:pic>
        <p:nvPicPr>
          <p:cNvPr id="4" name="Picture 3" descr="PPT 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38" y="642918"/>
            <a:ext cx="7143800" cy="10715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 descr="f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2" y="3714752"/>
            <a:ext cx="3438524" cy="142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dirty="0" smtClean="0">
                <a:latin typeface="Berlin Sans FB" pitchFamily="34" charset="0"/>
              </a:rPr>
              <a:t>About us:</a:t>
            </a:r>
            <a:endParaRPr lang="en-US" dirty="0">
              <a:latin typeface="Berlin Sans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sz="2000" dirty="0"/>
              <a:t>At </a:t>
            </a:r>
            <a:r>
              <a:rPr lang="en-US" sz="2800" b="1" u="sng" dirty="0" err="1"/>
              <a:t>Yatra</a:t>
            </a:r>
            <a:r>
              <a:rPr lang="en-US" sz="2000" dirty="0"/>
              <a:t>, we believe that travel enriches the soul. Our mission is to provide you with unforgettable travel experiences, whether you’re looking for a relaxing beach getaway, an adventurous mountain trek, or a cultural city tour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With our extensive network of travel partners, we offer a wide range of services including flight bookings, hotel accommodations, guided tours, and customized travel packages. Our expert team is dedicated to making your travel dreams a reality.</a:t>
            </a:r>
          </a:p>
          <a:p>
            <a:r>
              <a:rPr lang="en-US" sz="2000" dirty="0"/>
              <a:t>Join us as we explore the world's most beautiful destinations. From breathtaking landscapes to vibrant cultures, let us guide you on your next adventure. Experience the joy of travel with </a:t>
            </a:r>
            <a:r>
              <a:rPr lang="en-US" sz="2000" dirty="0" err="1"/>
              <a:t>Yatra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endParaRPr lang="en-US" dirty="0"/>
          </a:p>
        </p:txBody>
      </p:sp>
      <p:pic>
        <p:nvPicPr>
          <p:cNvPr id="4" name="Picture 3" descr="f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78" y="5000636"/>
            <a:ext cx="1643074" cy="1714512"/>
          </a:xfrm>
          <a:prstGeom prst="rect">
            <a:avLst/>
          </a:prstGeom>
        </p:spPr>
      </p:pic>
      <p:pic>
        <p:nvPicPr>
          <p:cNvPr id="5" name="Picture 4" descr="f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43504" y="5214950"/>
            <a:ext cx="1357321" cy="1500198"/>
          </a:xfrm>
          <a:prstGeom prst="rect">
            <a:avLst/>
          </a:prstGeom>
        </p:spPr>
      </p:pic>
      <p:pic>
        <p:nvPicPr>
          <p:cNvPr id="6" name="Picture 5" descr="f6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57620" y="5214950"/>
            <a:ext cx="1071570" cy="1500198"/>
          </a:xfrm>
          <a:prstGeom prst="rect">
            <a:avLst/>
          </a:prstGeom>
        </p:spPr>
      </p:pic>
      <p:pic>
        <p:nvPicPr>
          <p:cNvPr id="7" name="Picture 6" descr="f7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428860" y="5214950"/>
            <a:ext cx="1243002" cy="1500198"/>
          </a:xfrm>
          <a:prstGeom prst="rect">
            <a:avLst/>
          </a:prstGeom>
        </p:spPr>
      </p:pic>
      <p:pic>
        <p:nvPicPr>
          <p:cNvPr id="8" name="Picture 7" descr="f8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42910" y="5214950"/>
            <a:ext cx="1442356" cy="15001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dirty="0" smtClean="0">
                <a:latin typeface="Berlin Sans FB" pitchFamily="34" charset="0"/>
              </a:rPr>
              <a:t>Travel Packages:</a:t>
            </a:r>
            <a:endParaRPr lang="en-US" dirty="0">
              <a:latin typeface="Berlin Sans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sz="2400" dirty="0"/>
              <a:t>Experience the iconic cities of Delhi, Agra, and </a:t>
            </a:r>
            <a:r>
              <a:rPr lang="en-US" sz="2400" dirty="0" err="1"/>
              <a:t>Jaipur</a:t>
            </a:r>
            <a:r>
              <a:rPr lang="en-US" sz="2400" dirty="0"/>
              <a:t> in this classic tour. Visit the </a:t>
            </a:r>
            <a:r>
              <a:rPr lang="en-US" sz="2400" dirty="0" err="1"/>
              <a:t>Taj</a:t>
            </a:r>
            <a:r>
              <a:rPr lang="en-US" sz="2400" dirty="0"/>
              <a:t> </a:t>
            </a:r>
            <a:r>
              <a:rPr lang="en-US" sz="2400" dirty="0" err="1"/>
              <a:t>Mahal</a:t>
            </a:r>
            <a:r>
              <a:rPr lang="en-US" sz="2400" dirty="0"/>
              <a:t>, explore palaces, and indulge in local cuisine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Relax and rejuvenate in the serene backwaters of Kerala. Enjoy houseboat rides, lush landscapes, and authentic Kerala cuisine.</a:t>
            </a:r>
          </a:p>
          <a:p>
            <a:r>
              <a:rPr lang="en-US" sz="2400" dirty="0"/>
              <a:t>Enjoy the sun, sand, and surf in Goa. This package includes beach activities, nightlife, and a taste of Goa's vibrant culture</a:t>
            </a:r>
          </a:p>
          <a:p>
            <a:r>
              <a:rPr lang="en-US" sz="2400" dirty="0"/>
              <a:t>Explore the royal heritage of Rajasthan, including magnificent forts and palaces in cities like Udaipur, </a:t>
            </a:r>
            <a:r>
              <a:rPr lang="en-US" sz="2400" dirty="0" err="1"/>
              <a:t>Jaisalmer</a:t>
            </a:r>
            <a:r>
              <a:rPr lang="en-US" sz="2400" dirty="0"/>
              <a:t>, and </a:t>
            </a:r>
            <a:r>
              <a:rPr lang="en-US" sz="2400" dirty="0" err="1"/>
              <a:t>Jaipur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dirty="0"/>
          </a:p>
        </p:txBody>
      </p:sp>
      <p:pic>
        <p:nvPicPr>
          <p:cNvPr id="4" name="Picture 3" descr="f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0034" y="285728"/>
            <a:ext cx="928694" cy="1143008"/>
          </a:xfrm>
          <a:prstGeom prst="rect">
            <a:avLst/>
          </a:prstGeom>
        </p:spPr>
      </p:pic>
      <p:pic>
        <p:nvPicPr>
          <p:cNvPr id="5" name="Picture 4" descr="f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43833" y="285728"/>
            <a:ext cx="1000133" cy="11430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dirty="0" smtClean="0">
                <a:latin typeface="Berlin Sans FB" pitchFamily="34" charset="0"/>
              </a:rPr>
              <a:t>Destinations:</a:t>
            </a:r>
            <a:endParaRPr lang="en-US" dirty="0">
              <a:latin typeface="Berlin Sans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>
            <a:normAutofit fontScale="70000" lnSpcReduction="20000"/>
          </a:bodyPr>
          <a:lstStyle/>
          <a:p>
            <a:r>
              <a:rPr lang="en-US" sz="3100" i="1" dirty="0"/>
              <a:t>Your journey to the heart of India starts here</a:t>
            </a:r>
            <a:r>
              <a:rPr lang="en-US" sz="3100" i="1" dirty="0" smtClean="0"/>
              <a:t>!</a:t>
            </a:r>
          </a:p>
          <a:p>
            <a:r>
              <a:rPr lang="en-US" sz="3100" dirty="0"/>
              <a:t>Home to the magnificent </a:t>
            </a:r>
            <a:r>
              <a:rPr lang="en-US" sz="3100" dirty="0" err="1"/>
              <a:t>Taj</a:t>
            </a:r>
            <a:r>
              <a:rPr lang="en-US" sz="3100" dirty="0"/>
              <a:t> </a:t>
            </a:r>
            <a:r>
              <a:rPr lang="en-US" sz="3100" dirty="0" err="1"/>
              <a:t>Mahal</a:t>
            </a:r>
            <a:r>
              <a:rPr lang="en-US" sz="3100" dirty="0"/>
              <a:t>, Agra is a city rich in history and architectural beauty. Experience the grandeur of </a:t>
            </a:r>
            <a:r>
              <a:rPr lang="en-US" sz="3100" dirty="0" err="1"/>
              <a:t>Mughal</a:t>
            </a:r>
            <a:r>
              <a:rPr lang="en-US" sz="3100" dirty="0"/>
              <a:t> architecture</a:t>
            </a:r>
            <a:r>
              <a:rPr lang="en-US" sz="3100" dirty="0" smtClean="0"/>
              <a:t>.</a:t>
            </a:r>
          </a:p>
          <a:p>
            <a:r>
              <a:rPr lang="en-US" sz="3100" dirty="0"/>
              <a:t>Known as the Pink City, </a:t>
            </a:r>
            <a:r>
              <a:rPr lang="en-US" sz="3100" dirty="0" err="1"/>
              <a:t>Jaipur</a:t>
            </a:r>
            <a:r>
              <a:rPr lang="en-US" sz="3100" dirty="0"/>
              <a:t> boasts stunning forts, palaces, and vibrant markets. Don’t miss the </a:t>
            </a:r>
            <a:r>
              <a:rPr lang="en-US" sz="3100" dirty="0" err="1"/>
              <a:t>Hawa</a:t>
            </a:r>
            <a:r>
              <a:rPr lang="en-US" sz="3100" dirty="0"/>
              <a:t> </a:t>
            </a:r>
            <a:r>
              <a:rPr lang="en-US" sz="3100" dirty="0" err="1"/>
              <a:t>Mahal</a:t>
            </a:r>
            <a:r>
              <a:rPr lang="en-US" sz="3100" dirty="0"/>
              <a:t> and Amber Fort!</a:t>
            </a:r>
          </a:p>
          <a:p>
            <a:r>
              <a:rPr lang="en-US" sz="3100" dirty="0"/>
              <a:t>Famous for its lush backwaters, tranquil beaches, and rich culture, Kerala is a perfect destination for relaxation and adventure.</a:t>
            </a:r>
          </a:p>
          <a:p>
            <a:r>
              <a:rPr lang="en-US" sz="3100" dirty="0"/>
              <a:t>Renowned for its stunning beaches, vibrant nightlife, and delicious seafood, Goa is a haven for sun-seekers and party lovers.</a:t>
            </a:r>
          </a:p>
          <a:p>
            <a:r>
              <a:rPr lang="en-US" sz="3100" dirty="0"/>
              <a:t>One of the oldest cities in the world, Varanasi is a spiritual hub where you can experience the mesmerizing </a:t>
            </a:r>
            <a:r>
              <a:rPr lang="en-US" sz="3100" dirty="0" err="1"/>
              <a:t>Ganga</a:t>
            </a:r>
            <a:r>
              <a:rPr lang="en-US" sz="3100" dirty="0"/>
              <a:t> </a:t>
            </a:r>
            <a:r>
              <a:rPr lang="en-US" sz="3100" dirty="0" err="1"/>
              <a:t>Aarti</a:t>
            </a:r>
            <a:r>
              <a:rPr lang="en-US" sz="3100" dirty="0"/>
              <a:t>.</a:t>
            </a:r>
          </a:p>
          <a:p>
            <a:endParaRPr lang="en-US" sz="2800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 descr="f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00826" y="285728"/>
            <a:ext cx="1571636" cy="1143008"/>
          </a:xfrm>
          <a:prstGeom prst="rect">
            <a:avLst/>
          </a:prstGeom>
        </p:spPr>
      </p:pic>
      <p:pic>
        <p:nvPicPr>
          <p:cNvPr id="5" name="Picture 4" descr="f1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14414" y="285728"/>
            <a:ext cx="1574326" cy="10715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dirty="0" smtClean="0">
                <a:latin typeface="Berlin Sans FB" pitchFamily="34" charset="0"/>
              </a:rPr>
              <a:t>Careers:</a:t>
            </a:r>
            <a:endParaRPr lang="en-US" dirty="0">
              <a:latin typeface="Berlin Sans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sz="2400" dirty="0" smtClean="0"/>
              <a:t>Travel </a:t>
            </a:r>
            <a:r>
              <a:rPr lang="en-US" sz="2400" dirty="0" smtClean="0"/>
              <a:t>Consultant : Help </a:t>
            </a:r>
            <a:r>
              <a:rPr lang="en-US" sz="2400" dirty="0" smtClean="0"/>
              <a:t>clients plan their dream vacations. Experience in travel is preferred.</a:t>
            </a:r>
          </a:p>
          <a:p>
            <a:r>
              <a:rPr lang="en-US" sz="2400" dirty="0" smtClean="0"/>
              <a:t>Tour </a:t>
            </a:r>
            <a:r>
              <a:rPr lang="en-US" sz="2400" dirty="0" smtClean="0"/>
              <a:t>Guide : Lead </a:t>
            </a:r>
            <a:r>
              <a:rPr lang="en-US" sz="2400" dirty="0" smtClean="0"/>
              <a:t>groups on exciting tours. Must have excellent communication skills.</a:t>
            </a:r>
          </a:p>
          <a:p>
            <a:r>
              <a:rPr lang="en-US" sz="2400" dirty="0" smtClean="0"/>
              <a:t>Marketing </a:t>
            </a:r>
            <a:r>
              <a:rPr lang="en-US" sz="2400" dirty="0" smtClean="0"/>
              <a:t>Specialist : </a:t>
            </a:r>
            <a:r>
              <a:rPr lang="en-US" sz="2400" dirty="0" smtClean="0"/>
              <a:t>Develop marketing strategies to promote our services. Creativity is key!</a:t>
            </a:r>
          </a:p>
          <a:p>
            <a:r>
              <a:rPr lang="en-US" sz="2400" dirty="0" smtClean="0"/>
              <a:t>Employees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f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22" y="3929066"/>
            <a:ext cx="2652706" cy="2043108"/>
          </a:xfrm>
          <a:prstGeom prst="rect">
            <a:avLst/>
          </a:prstGeom>
        </p:spPr>
      </p:pic>
      <p:pic>
        <p:nvPicPr>
          <p:cNvPr id="5" name="Picture 4" descr="f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64" y="4000504"/>
            <a:ext cx="2571768" cy="1928826"/>
          </a:xfrm>
          <a:prstGeom prst="rect">
            <a:avLst/>
          </a:prstGeom>
        </p:spPr>
      </p:pic>
      <p:pic>
        <p:nvPicPr>
          <p:cNvPr id="6" name="Picture 5" descr="f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24" y="4429132"/>
            <a:ext cx="1928826" cy="1481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dirty="0" smtClean="0">
                <a:latin typeface="Berlin Sans FB" pitchFamily="34" charset="0"/>
              </a:rPr>
              <a:t>Explore:</a:t>
            </a:r>
            <a:endParaRPr lang="en-US" dirty="0">
              <a:latin typeface="Berlin Sans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28733"/>
          </a:xfr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r>
              <a:rPr lang="en-US" sz="2800" dirty="0" smtClean="0"/>
              <a:t>From the explore site you can explore different famous spots all over the country.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28596" y="3286124"/>
            <a:ext cx="8215370" cy="769441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atin typeface="Berlin Sans FB" pitchFamily="34" charset="0"/>
              </a:rPr>
              <a:t>Check</a:t>
            </a:r>
            <a:r>
              <a:rPr lang="en-US" sz="4000" dirty="0" smtClean="0">
                <a:latin typeface="Berlin Sans FB" pitchFamily="34" charset="0"/>
              </a:rPr>
              <a:t> out exclusive deals:</a:t>
            </a:r>
            <a:endParaRPr lang="en-US" sz="4000" dirty="0">
              <a:latin typeface="Berlin Sans FB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0034" y="4214818"/>
            <a:ext cx="8143932" cy="1384995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 Check out the exclusive deals for different hotels from different parts of </a:t>
            </a:r>
            <a:r>
              <a:rPr lang="en-US" sz="2800" dirty="0" smtClean="0"/>
              <a:t>I</a:t>
            </a:r>
            <a:r>
              <a:rPr lang="en-US" sz="2800" dirty="0" smtClean="0"/>
              <a:t>ndia.</a:t>
            </a:r>
          </a:p>
          <a:p>
            <a:pPr>
              <a:buFont typeface="Arial" pitchFamily="34" charset="0"/>
              <a:buChar char="•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r>
              <a:rPr lang="en-US" sz="3600" dirty="0" smtClean="0">
                <a:latin typeface="Berlin Sans FB" pitchFamily="34" charset="0"/>
              </a:rPr>
              <a:t>Customer reviews and explorer articles:</a:t>
            </a:r>
            <a:endParaRPr lang="en-US" sz="3600" dirty="0">
              <a:latin typeface="Berlin Sans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r>
              <a:rPr lang="en-US" sz="2800" dirty="0" smtClean="0"/>
              <a:t>This part shows the review from various explorers.</a:t>
            </a:r>
          </a:p>
          <a:p>
            <a:r>
              <a:rPr lang="en-US" sz="2800" dirty="0" smtClean="0"/>
              <a:t>It also show articles from various explorers.</a:t>
            </a:r>
          </a:p>
          <a:p>
            <a:r>
              <a:rPr lang="en-US" sz="2800" dirty="0" smtClean="0"/>
              <a:t>The end of the site shows links of various social media platform where people can follow and know about our company more.</a:t>
            </a:r>
            <a:endParaRPr lang="en-US" sz="2800" dirty="0"/>
          </a:p>
        </p:txBody>
      </p:sp>
      <p:pic>
        <p:nvPicPr>
          <p:cNvPr id="4" name="Picture 3" descr="f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8" y="3500438"/>
            <a:ext cx="2571768" cy="24288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dirty="0" smtClean="0">
                <a:latin typeface="Berlin Sans FB" pitchFamily="34" charset="0"/>
              </a:rPr>
              <a:t>Login and Sign up Page:</a:t>
            </a:r>
            <a:endParaRPr lang="en-US" dirty="0">
              <a:latin typeface="Berlin Sans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dirty="0" smtClean="0"/>
              <a:t>Login page helps us to login the website.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dirty="0" smtClean="0"/>
              <a:t>Sign up page helps us to signup the website.</a:t>
            </a:r>
            <a:endParaRPr lang="en-US" dirty="0"/>
          </a:p>
        </p:txBody>
      </p:sp>
      <p:pic>
        <p:nvPicPr>
          <p:cNvPr id="6" name="Picture 5" descr="f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42" y="3000372"/>
            <a:ext cx="3047755" cy="2857520"/>
          </a:xfrm>
          <a:prstGeom prst="rect">
            <a:avLst/>
          </a:prstGeom>
        </p:spPr>
      </p:pic>
      <p:pic>
        <p:nvPicPr>
          <p:cNvPr id="9" name="Picture 8" descr="f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62" y="3000372"/>
            <a:ext cx="3143272" cy="27860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6000792"/>
          </a:xfr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b="1" i="1" dirty="0" smtClean="0">
                <a:latin typeface="Baskerville Old Face" pitchFamily="18" charset="0"/>
              </a:rPr>
              <a:t>THANK YOU</a:t>
            </a:r>
            <a:br>
              <a:rPr lang="en-US" b="1" i="1" dirty="0" smtClean="0">
                <a:latin typeface="Baskerville Old Face" pitchFamily="18" charset="0"/>
              </a:rPr>
            </a:br>
            <a:r>
              <a:rPr lang="en-US" sz="2000" dirty="0" smtClean="0">
                <a:latin typeface="Baskerville Old Face" pitchFamily="18" charset="0"/>
              </a:rPr>
              <a:t>Have a great day </a:t>
            </a:r>
            <a:r>
              <a:rPr lang="en-US" sz="2000" dirty="0" smtClean="0">
                <a:latin typeface="Baskerville Old Face" pitchFamily="18" charset="0"/>
                <a:sym typeface="Wingdings" pitchFamily="2" charset="2"/>
              </a:rPr>
              <a:t></a:t>
            </a:r>
            <a:endParaRPr lang="en-US" sz="2000" dirty="0">
              <a:latin typeface="Baskerville Old Face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518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                                                                                                                  TITLE PAGE  Problem Statement : Travel and tourism face sustainability challenges and evolving consumer preferences, impacting growth and environmental preservation.  Theme : Travel and Tourism site  Team Name: Geek Navi  Team Members: Palak Rani , Pooja Shkay ,Tanya Modanwal</vt:lpstr>
      <vt:lpstr>About us:</vt:lpstr>
      <vt:lpstr>Travel Packages:</vt:lpstr>
      <vt:lpstr>Destinations:</vt:lpstr>
      <vt:lpstr>Careers:</vt:lpstr>
      <vt:lpstr>Explore:</vt:lpstr>
      <vt:lpstr>Customer reviews and explorer articles:</vt:lpstr>
      <vt:lpstr>Login and Sign up Page:</vt:lpstr>
      <vt:lpstr>THANK YOU Have a great day 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PAGE  Problem Statement : Travel and tourism face sustainability challenges and evolving consumer preferences, impacting growth and environmental preservation.  Theme : Travel and Tourism  Team Name: Geek Navi</dc:title>
  <dc:creator>Pro_Lenovo</dc:creator>
  <cp:lastModifiedBy>Pro_Lenovo</cp:lastModifiedBy>
  <cp:revision>17</cp:revision>
  <dcterms:created xsi:type="dcterms:W3CDTF">2024-09-27T20:13:56Z</dcterms:created>
  <dcterms:modified xsi:type="dcterms:W3CDTF">2024-09-28T01:32:06Z</dcterms:modified>
</cp:coreProperties>
</file>